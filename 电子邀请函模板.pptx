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2" r:id="rId3"/>
  </p:sldIdLst>
  <p:sldSz cx="5398770" cy="10799445"/>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01" userDrawn="1">
          <p15:clr>
            <a:srgbClr val="A4A3A4"/>
          </p15:clr>
        </p15:guide>
        <p15:guide id="2" pos="1700" userDrawn="1">
          <p15:clr>
            <a:srgbClr val="A4A3A4"/>
          </p15:clr>
        </p15:guide>
        <p15:guide id="1" orient="horz" pos="3401" userDrawn="1">
          <p15:clr>
            <a:srgbClr val="A4A3A4"/>
          </p15:clr>
        </p15:guide>
        <p15:guide id="2" pos="16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p:scale>
          <a:sx n="150" d="100"/>
          <a:sy n="150" d="100"/>
        </p:scale>
        <p:origin x="-234" y="-1272"/>
      </p:cViewPr>
      <p:guideLst>
        <p:guide orient="horz" pos="3401"/>
        <p:guide pos="1700"/>
        <p:guide orient="horz" pos="3401"/>
        <p:guide pos="167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531094" y="1440112"/>
            <a:ext cx="4341266" cy="4048187"/>
          </a:xfrm>
        </p:spPr>
        <p:txBody>
          <a:bodyPr lIns="90000" tIns="46800" rIns="90000" bIns="46800" anchor="b" anchorCtr="0">
            <a:normAutofit/>
          </a:bodyPr>
          <a:lstStyle>
            <a:lvl1pPr algn="ctr">
              <a:defRPr sz="3545"/>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531094" y="5607363"/>
            <a:ext cx="4341266" cy="2318920"/>
          </a:xfrm>
        </p:spPr>
        <p:txBody>
          <a:bodyPr lIns="90000" tIns="46800" rIns="90000" bIns="46800">
            <a:normAutofit/>
          </a:bodyPr>
          <a:lstStyle>
            <a:lvl1pPr marL="0" indent="0" algn="ctr">
              <a:lnSpc>
                <a:spcPct val="110000"/>
              </a:lnSpc>
              <a:buNone/>
              <a:defRPr sz="1415" spc="200"/>
            </a:lvl1pPr>
            <a:lvl2pPr marL="269875" indent="0" algn="ctr">
              <a:buNone/>
              <a:defRPr sz="1180"/>
            </a:lvl2pPr>
            <a:lvl3pPr marL="539750" indent="0" algn="ctr">
              <a:buNone/>
              <a:defRPr sz="1065"/>
            </a:lvl3pPr>
            <a:lvl4pPr marL="809625" indent="0" algn="ctr">
              <a:buNone/>
              <a:defRPr sz="945"/>
            </a:lvl4pPr>
            <a:lvl5pPr marL="1080135" indent="0" algn="ctr">
              <a:buNone/>
              <a:defRPr sz="945"/>
            </a:lvl5pPr>
            <a:lvl6pPr marL="1350010" indent="0" algn="ctr">
              <a:buNone/>
              <a:defRPr sz="945"/>
            </a:lvl6pPr>
            <a:lvl7pPr marL="1619885" indent="0" algn="ctr">
              <a:buNone/>
              <a:defRPr sz="945"/>
            </a:lvl7pPr>
            <a:lvl8pPr marL="1890395" indent="0" algn="ctr">
              <a:buNone/>
              <a:defRPr sz="945"/>
            </a:lvl8pPr>
            <a:lvl9pPr marL="2160270" indent="0" algn="ctr">
              <a:buNone/>
              <a:defRPr sz="945"/>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0" y="0"/>
            <a:ext cx="5399405" cy="1079881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881969" y="6060941"/>
            <a:ext cx="3441753" cy="1207652"/>
          </a:xfrm>
        </p:spPr>
        <p:txBody>
          <a:bodyPr lIns="90000" tIns="46800" rIns="90000" bIns="46800" anchor="b" anchorCtr="0">
            <a:normAutofit/>
          </a:bodyPr>
          <a:lstStyle>
            <a:lvl1pPr>
              <a:defRPr sz="26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881969" y="7268594"/>
            <a:ext cx="3441753" cy="1366405"/>
          </a:xfrm>
        </p:spPr>
        <p:txBody>
          <a:bodyPr lIns="90000" tIns="46800" rIns="90000" bIns="46800">
            <a:normAutofit/>
          </a:bodyPr>
          <a:lstStyle>
            <a:lvl1pPr marL="0" indent="0">
              <a:buNone/>
              <a:defRPr sz="1065">
                <a:solidFill>
                  <a:schemeClr val="tx1">
                    <a:lumMod val="65000"/>
                    <a:lumOff val="35000"/>
                  </a:schemeClr>
                </a:solidFill>
              </a:defRPr>
            </a:lvl1pPr>
            <a:lvl2pPr marL="269875" indent="0">
              <a:buNone/>
              <a:defRPr sz="945">
                <a:solidFill>
                  <a:schemeClr val="tx1">
                    <a:tint val="75000"/>
                  </a:schemeClr>
                </a:solidFill>
              </a:defRPr>
            </a:lvl2pPr>
            <a:lvl3pPr marL="539750" indent="0">
              <a:buNone/>
              <a:defRPr sz="945">
                <a:solidFill>
                  <a:schemeClr val="tx1">
                    <a:tint val="75000"/>
                  </a:schemeClr>
                </a:solidFill>
              </a:defRPr>
            </a:lvl3pPr>
            <a:lvl4pPr marL="809625" indent="0">
              <a:buNone/>
              <a:defRPr sz="945">
                <a:solidFill>
                  <a:schemeClr val="tx1">
                    <a:tint val="75000"/>
                  </a:schemeClr>
                </a:solidFill>
              </a:defRPr>
            </a:lvl4pPr>
            <a:lvl5pPr marL="1080135" indent="0">
              <a:buNone/>
              <a:defRPr sz="945">
                <a:solidFill>
                  <a:schemeClr val="tx1">
                    <a:tint val="75000"/>
                  </a:schemeClr>
                </a:solidFill>
              </a:defRPr>
            </a:lvl5pPr>
            <a:lvl6pPr marL="1350010" indent="0">
              <a:buNone/>
              <a:defRPr sz="945">
                <a:solidFill>
                  <a:schemeClr val="tx1">
                    <a:tint val="75000"/>
                  </a:schemeClr>
                </a:solidFill>
              </a:defRPr>
            </a:lvl6pPr>
            <a:lvl7pPr marL="1619885" indent="0">
              <a:buNone/>
              <a:defRPr sz="945">
                <a:solidFill>
                  <a:schemeClr val="tx1">
                    <a:tint val="75000"/>
                  </a:schemeClr>
                </a:solidFill>
              </a:defRPr>
            </a:lvl7pPr>
            <a:lvl8pPr marL="1890395" indent="0">
              <a:buNone/>
              <a:defRPr sz="945">
                <a:solidFill>
                  <a:schemeClr val="tx1">
                    <a:tint val="75000"/>
                  </a:schemeClr>
                </a:solidFill>
              </a:defRPr>
            </a:lvl8pPr>
            <a:lvl9pPr marL="2160270" indent="0">
              <a:buNone/>
              <a:defRPr sz="945">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269536" y="958184"/>
            <a:ext cx="4859602" cy="1111268"/>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269536" y="2364277"/>
            <a:ext cx="2293440" cy="7478374"/>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2840484" y="2364277"/>
            <a:ext cx="2293440" cy="7478374"/>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269536" y="958184"/>
            <a:ext cx="4859602" cy="1111268"/>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269536" y="2250883"/>
            <a:ext cx="2366804" cy="600992"/>
          </a:xfrm>
        </p:spPr>
        <p:txBody>
          <a:bodyPr lIns="101600" tIns="38100" rIns="76200" bIns="38100" anchor="t" anchorCtr="0">
            <a:normAutofit/>
          </a:bodyPr>
          <a:lstStyle>
            <a:lvl1pPr marL="0" indent="0">
              <a:lnSpc>
                <a:spcPct val="100000"/>
              </a:lnSpc>
              <a:buNone/>
              <a:defRPr sz="1180" b="1" spc="200">
                <a:solidFill>
                  <a:schemeClr val="tx1">
                    <a:lumMod val="75000"/>
                    <a:lumOff val="25000"/>
                  </a:schemeClr>
                </a:solidFill>
              </a:defRPr>
            </a:lvl1pPr>
            <a:lvl2pPr marL="269875" indent="0">
              <a:buNone/>
              <a:defRPr sz="1180" b="1"/>
            </a:lvl2pPr>
            <a:lvl3pPr marL="539750" indent="0">
              <a:buNone/>
              <a:defRPr sz="1065" b="1"/>
            </a:lvl3pPr>
            <a:lvl4pPr marL="809625" indent="0">
              <a:buNone/>
              <a:defRPr sz="945" b="1"/>
            </a:lvl4pPr>
            <a:lvl5pPr marL="1080135" indent="0">
              <a:buNone/>
              <a:defRPr sz="945" b="1"/>
            </a:lvl5pPr>
            <a:lvl6pPr marL="1350010" indent="0">
              <a:buNone/>
              <a:defRPr sz="945" b="1"/>
            </a:lvl6pPr>
            <a:lvl7pPr marL="1619885" indent="0">
              <a:buNone/>
              <a:defRPr sz="945" b="1"/>
            </a:lvl7pPr>
            <a:lvl8pPr marL="1890395" indent="0">
              <a:buNone/>
              <a:defRPr sz="945" b="1"/>
            </a:lvl8pPr>
            <a:lvl9pPr marL="2160270" indent="0">
              <a:buNone/>
              <a:defRPr sz="945"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269536" y="2919912"/>
            <a:ext cx="2366804" cy="692274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2762577" y="2239117"/>
            <a:ext cx="2366804" cy="600992"/>
          </a:xfrm>
        </p:spPr>
        <p:txBody>
          <a:bodyPr vert="horz" lIns="101600" tIns="38100" rIns="76200" bIns="38100" rtlCol="0" anchor="t" anchorCtr="0">
            <a:normAutofit/>
          </a:bodyPr>
          <a:lstStyle>
            <a:lvl1pPr marL="0" indent="0">
              <a:lnSpc>
                <a:spcPct val="100000"/>
              </a:lnSpc>
              <a:buNone/>
              <a:defRPr sz="1180" b="1" spc="200">
                <a:solidFill>
                  <a:schemeClr val="tx1">
                    <a:lumMod val="75000"/>
                    <a:lumOff val="25000"/>
                  </a:schemeClr>
                </a:solidFill>
              </a:defRPr>
            </a:lvl1pPr>
            <a:lvl2pPr marL="269875" indent="0">
              <a:buNone/>
              <a:defRPr sz="1180" b="1"/>
            </a:lvl2pPr>
            <a:lvl3pPr marL="539750" indent="0">
              <a:buNone/>
              <a:defRPr sz="1065" b="1"/>
            </a:lvl3pPr>
            <a:lvl4pPr marL="809625" indent="0">
              <a:buNone/>
              <a:defRPr sz="945" b="1"/>
            </a:lvl4pPr>
            <a:lvl5pPr marL="1080135" indent="0">
              <a:buNone/>
              <a:defRPr sz="945" b="1"/>
            </a:lvl5pPr>
            <a:lvl6pPr marL="1350010" indent="0">
              <a:buNone/>
              <a:defRPr sz="945" b="1"/>
            </a:lvl6pPr>
            <a:lvl7pPr marL="1619885" indent="0">
              <a:buNone/>
              <a:defRPr sz="945" b="1"/>
            </a:lvl7pPr>
            <a:lvl8pPr marL="1890395" indent="0">
              <a:buNone/>
              <a:defRPr sz="945" b="1"/>
            </a:lvl8pPr>
            <a:lvl9pPr marL="2160270" indent="0">
              <a:buNone/>
              <a:defRPr sz="945"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2762577" y="2919912"/>
            <a:ext cx="2366804" cy="692274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269536" y="958184"/>
            <a:ext cx="4859602" cy="1111268"/>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269536" y="2449323"/>
            <a:ext cx="2318371" cy="7257255"/>
          </a:xfrm>
        </p:spPr>
        <p:txBody>
          <a:bodyPr vert="horz" lIns="90000" tIns="46800" rIns="90000" bIns="46800" rtlCol="0">
            <a:normAutofit/>
          </a:bodyPr>
          <a:lstStyle>
            <a:lvl1pPr>
              <a:buNone/>
              <a:defRPr sz="945"/>
            </a:lvl1pPr>
          </a:lstStyle>
          <a:p>
            <a:pPr lvl="0"/>
            <a:endParaRPr lang="zh-CN" altLang="en-US"/>
          </a:p>
        </p:txBody>
      </p:sp>
      <p:sp>
        <p:nvSpPr>
          <p:cNvPr id="4" name="文本占位符 3"/>
          <p:cNvSpPr>
            <a:spLocks noGrp="1"/>
          </p:cNvSpPr>
          <p:nvPr>
            <p:ph type="body" sz="half" idx="2"/>
            <p:custDataLst>
              <p:tags r:id="rId3"/>
            </p:custDataLst>
          </p:nvPr>
        </p:nvSpPr>
        <p:spPr>
          <a:xfrm>
            <a:off x="2813371" y="2449323"/>
            <a:ext cx="2315767" cy="7257255"/>
          </a:xfrm>
        </p:spPr>
        <p:txBody>
          <a:bodyPr vert="horz" lIns="90000" tIns="46800" rIns="90000" bIns="46800" rtlCol="0">
            <a:normAutofit/>
          </a:bodyPr>
          <a:lstStyle>
            <a:lvl1pPr>
              <a:buNone/>
              <a:defRPr sz="945"/>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4534246" y="1440112"/>
            <a:ext cx="462516" cy="7920614"/>
          </a:xfrm>
        </p:spPr>
        <p:txBody>
          <a:bodyPr vert="eaVert" lIns="90000" tIns="46800" rIns="90000" bIns="46800" rtlCol="0" anchor="ctr" anchorCtr="0">
            <a:normAutofit/>
          </a:bodyPr>
          <a:lstStyle>
            <a:lvl1pPr>
              <a:buNone/>
              <a:defRPr sz="1655"/>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405101" y="1440112"/>
            <a:ext cx="4062161" cy="7920614"/>
          </a:xfrm>
        </p:spPr>
        <p:txBody>
          <a:bodyPr vert="eaVert" lIns="46800" tIns="46800" rIns="46800" bIns="46800"/>
          <a:lstStyle>
            <a:lvl1pPr marL="135255" indent="-135255">
              <a:spcAft>
                <a:spcPts val="1000"/>
              </a:spcAft>
              <a:defRPr spc="300"/>
            </a:lvl1pPr>
            <a:lvl2pPr marL="405130" indent="-135255">
              <a:defRPr spc="300"/>
            </a:lvl2pPr>
            <a:lvl3pPr marL="675005" indent="-135255">
              <a:defRPr spc="300"/>
            </a:lvl3pPr>
            <a:lvl4pPr marL="944880" indent="-135255">
              <a:defRPr spc="300"/>
            </a:lvl4pPr>
            <a:lvl5pPr marL="1215390" indent="-135255">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269536" y="1218993"/>
            <a:ext cx="4861197" cy="8634999"/>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531094" y="3912113"/>
            <a:ext cx="4341266" cy="1604534"/>
          </a:xfrm>
        </p:spPr>
        <p:txBody>
          <a:bodyPr vert="horz" lIns="90000" tIns="46800" rIns="90000" bIns="46800" rtlCol="0" anchor="t" anchorCtr="0">
            <a:normAutofit/>
          </a:bodyPr>
          <a:lstStyle>
            <a:lvl1pPr algn="ctr">
              <a:defRPr sz="3545"/>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531094" y="5607363"/>
            <a:ext cx="4341266" cy="742735"/>
          </a:xfrm>
        </p:spPr>
        <p:txBody>
          <a:bodyPr lIns="90000" tIns="46800" rIns="90000" bIns="46800">
            <a:normAutofit/>
          </a:bodyPr>
          <a:lstStyle>
            <a:lvl1pPr algn="ctr">
              <a:lnSpc>
                <a:spcPct val="110000"/>
              </a:lnSpc>
              <a:buNone/>
              <a:defRPr sz="1415"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269536" y="958184"/>
            <a:ext cx="4859602" cy="1111268"/>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269536" y="2347269"/>
            <a:ext cx="4859602" cy="7495384"/>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271130" y="9944706"/>
            <a:ext cx="1196161" cy="498937"/>
          </a:xfrm>
          <a:prstGeom prst="rect">
            <a:avLst/>
          </a:prstGeom>
        </p:spPr>
        <p:txBody>
          <a:bodyPr vert="horz" lIns="91440" tIns="45720" rIns="91440" bIns="45720" rtlCol="0" anchor="ctr">
            <a:normAutofit/>
          </a:bodyPr>
          <a:lstStyle>
            <a:lvl1pPr algn="l">
              <a:defRPr sz="59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1823481" y="9944706"/>
            <a:ext cx="1754369" cy="498937"/>
          </a:xfrm>
          <a:prstGeom prst="rect">
            <a:avLst/>
          </a:prstGeom>
        </p:spPr>
        <p:txBody>
          <a:bodyPr vert="horz" lIns="91440" tIns="45720" rIns="91440" bIns="45720" rtlCol="0" anchor="ctr">
            <a:normAutofit/>
          </a:bodyPr>
          <a:lstStyle>
            <a:lvl1pPr algn="ctr">
              <a:defRPr sz="59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3932977" y="9944706"/>
            <a:ext cx="1196161" cy="498937"/>
          </a:xfrm>
          <a:prstGeom prst="rect">
            <a:avLst/>
          </a:prstGeom>
        </p:spPr>
        <p:txBody>
          <a:bodyPr vert="horz" lIns="91440" tIns="45720" rIns="91440" bIns="45720" rtlCol="0" anchor="ctr">
            <a:normAutofit/>
          </a:bodyPr>
          <a:lstStyle>
            <a:lvl1pPr algn="r">
              <a:defRPr sz="59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39750" rtl="0" eaLnBrk="1" fontAlgn="auto" latinLnBrk="0" hangingPunct="1">
        <a:lnSpc>
          <a:spcPct val="100000"/>
        </a:lnSpc>
        <a:spcBef>
          <a:spcPct val="0"/>
        </a:spcBef>
        <a:buNone/>
        <a:defRPr sz="2125" b="0" u="none" strike="noStrike" kern="1200" cap="none" spc="300" normalizeH="0" baseline="0">
          <a:solidFill>
            <a:schemeClr val="tx1">
              <a:lumMod val="85000"/>
              <a:lumOff val="15000"/>
            </a:schemeClr>
          </a:solidFill>
          <a:uFillTx/>
          <a:latin typeface="+mj-lt"/>
          <a:ea typeface="+mj-ea"/>
          <a:cs typeface="+mj-cs"/>
        </a:defRPr>
      </a:lvl1pPr>
    </p:titleStyle>
    <p:bodyStyle>
      <a:lvl1pPr marL="135255" indent="-135255" algn="l" defTabSz="539750" rtl="0" eaLnBrk="1" fontAlgn="auto" latinLnBrk="0" hangingPunct="1">
        <a:lnSpc>
          <a:spcPct val="130000"/>
        </a:lnSpc>
        <a:spcBef>
          <a:spcPct val="0"/>
        </a:spcBef>
        <a:spcAft>
          <a:spcPts val="1000"/>
        </a:spcAft>
        <a:buFont typeface="Arial" panose="020B0604020202020204" pitchFamily="34" charset="0"/>
        <a:buChar char="●"/>
        <a:defRPr sz="1065" u="none" strike="noStrike" kern="1200" cap="none" spc="150" normalizeH="0" baseline="0">
          <a:solidFill>
            <a:schemeClr val="tx1">
              <a:lumMod val="65000"/>
              <a:lumOff val="35000"/>
            </a:schemeClr>
          </a:solidFill>
          <a:uFillTx/>
          <a:latin typeface="+mn-lt"/>
          <a:ea typeface="+mn-ea"/>
          <a:cs typeface="+mn-cs"/>
        </a:defRPr>
      </a:lvl1pPr>
      <a:lvl2pPr marL="405130" indent="-135255" algn="l" defTabSz="539750" rtl="0" eaLnBrk="1" fontAlgn="auto" latinLnBrk="0" hangingPunct="1">
        <a:lnSpc>
          <a:spcPct val="120000"/>
        </a:lnSpc>
        <a:spcBef>
          <a:spcPct val="0"/>
        </a:spcBef>
        <a:spcAft>
          <a:spcPts val="600"/>
        </a:spcAft>
        <a:buFont typeface="Arial" panose="020B0604020202020204" pitchFamily="34" charset="0"/>
        <a:buChar char="●"/>
        <a:tabLst>
          <a:tab pos="950595" algn="l"/>
          <a:tab pos="950595" algn="l"/>
          <a:tab pos="950595" algn="l"/>
          <a:tab pos="950595" algn="l"/>
        </a:tabLst>
        <a:defRPr sz="945" u="none" strike="noStrike" kern="1200" cap="none" spc="150" normalizeH="0" baseline="0">
          <a:solidFill>
            <a:schemeClr val="tx1">
              <a:lumMod val="65000"/>
              <a:lumOff val="35000"/>
            </a:schemeClr>
          </a:solidFill>
          <a:uFillTx/>
          <a:latin typeface="+mn-lt"/>
          <a:ea typeface="+mn-ea"/>
          <a:cs typeface="+mn-cs"/>
        </a:defRPr>
      </a:lvl2pPr>
      <a:lvl3pPr marL="675005" indent="-135255" algn="l" defTabSz="539750" rtl="0" eaLnBrk="1" fontAlgn="auto" latinLnBrk="0" hangingPunct="1">
        <a:lnSpc>
          <a:spcPct val="120000"/>
        </a:lnSpc>
        <a:spcBef>
          <a:spcPct val="0"/>
        </a:spcBef>
        <a:spcAft>
          <a:spcPts val="600"/>
        </a:spcAft>
        <a:buFont typeface="Arial" panose="020B0604020202020204" pitchFamily="34" charset="0"/>
        <a:buChar char="●"/>
        <a:defRPr sz="945" u="none" strike="noStrike" kern="1200" cap="none" spc="150" normalizeH="0" baseline="0">
          <a:solidFill>
            <a:schemeClr val="tx1">
              <a:lumMod val="65000"/>
              <a:lumOff val="35000"/>
            </a:schemeClr>
          </a:solidFill>
          <a:uFillTx/>
          <a:latin typeface="+mn-lt"/>
          <a:ea typeface="+mn-ea"/>
          <a:cs typeface="+mn-cs"/>
        </a:defRPr>
      </a:lvl3pPr>
      <a:lvl4pPr marL="944880" indent="-135255" algn="l" defTabSz="539750" rtl="0" eaLnBrk="1" fontAlgn="auto" latinLnBrk="0" hangingPunct="1">
        <a:lnSpc>
          <a:spcPct val="120000"/>
        </a:lnSpc>
        <a:spcBef>
          <a:spcPct val="0"/>
        </a:spcBef>
        <a:spcAft>
          <a:spcPts val="300"/>
        </a:spcAft>
        <a:buFont typeface="Wingdings" panose="05000000000000000000" charset="0"/>
        <a:buChar char=""/>
        <a:defRPr sz="825" u="none" strike="noStrike" kern="1200" cap="none" spc="150" normalizeH="0" baseline="0">
          <a:solidFill>
            <a:schemeClr val="tx1">
              <a:lumMod val="65000"/>
              <a:lumOff val="35000"/>
            </a:schemeClr>
          </a:solidFill>
          <a:uFillTx/>
          <a:latin typeface="+mn-lt"/>
          <a:ea typeface="+mn-ea"/>
          <a:cs typeface="+mn-cs"/>
        </a:defRPr>
      </a:lvl4pPr>
      <a:lvl5pPr marL="1215390" indent="-135255" algn="l" defTabSz="539750" rtl="0" eaLnBrk="1" fontAlgn="auto" latinLnBrk="0" hangingPunct="1">
        <a:lnSpc>
          <a:spcPct val="120000"/>
        </a:lnSpc>
        <a:spcBef>
          <a:spcPct val="0"/>
        </a:spcBef>
        <a:spcAft>
          <a:spcPts val="300"/>
        </a:spcAft>
        <a:buFont typeface="Arial" panose="020B0604020202020204" pitchFamily="34" charset="0"/>
        <a:buChar char="•"/>
        <a:defRPr sz="825" u="none" strike="noStrike" kern="1200" cap="none" spc="150" normalizeH="0" baseline="0">
          <a:solidFill>
            <a:schemeClr val="tx1">
              <a:lumMod val="65000"/>
              <a:lumOff val="35000"/>
            </a:schemeClr>
          </a:solidFill>
          <a:uFillTx/>
          <a:latin typeface="+mn-lt"/>
          <a:ea typeface="+mn-ea"/>
          <a:cs typeface="+mn-cs"/>
        </a:defRPr>
      </a:lvl5pPr>
      <a:lvl6pPr marL="1485265" indent="-135255" algn="l" defTabSz="539750" rtl="0" eaLnBrk="1" latinLnBrk="0" hangingPunct="1">
        <a:lnSpc>
          <a:spcPct val="90000"/>
        </a:lnSpc>
        <a:spcBef>
          <a:spcPct val="59000"/>
        </a:spcBef>
        <a:buFont typeface="Arial" panose="020B0604020202020204" pitchFamily="34" charset="0"/>
        <a:buChar char="•"/>
        <a:defRPr sz="1065" kern="1200">
          <a:solidFill>
            <a:schemeClr val="tx1"/>
          </a:solidFill>
          <a:latin typeface="+mn-lt"/>
          <a:ea typeface="+mn-ea"/>
          <a:cs typeface="+mn-cs"/>
        </a:defRPr>
      </a:lvl6pPr>
      <a:lvl7pPr marL="1755140" indent="-135255" algn="l" defTabSz="539750" rtl="0" eaLnBrk="1" latinLnBrk="0" hangingPunct="1">
        <a:lnSpc>
          <a:spcPct val="90000"/>
        </a:lnSpc>
        <a:spcBef>
          <a:spcPct val="59000"/>
        </a:spcBef>
        <a:buFont typeface="Arial" panose="020B0604020202020204" pitchFamily="34" charset="0"/>
        <a:buChar char="•"/>
        <a:defRPr sz="1065" kern="1200">
          <a:solidFill>
            <a:schemeClr val="tx1"/>
          </a:solidFill>
          <a:latin typeface="+mn-lt"/>
          <a:ea typeface="+mn-ea"/>
          <a:cs typeface="+mn-cs"/>
        </a:defRPr>
      </a:lvl7pPr>
      <a:lvl8pPr marL="2025015" indent="-135255" algn="l" defTabSz="539750" rtl="0" eaLnBrk="1" latinLnBrk="0" hangingPunct="1">
        <a:lnSpc>
          <a:spcPct val="90000"/>
        </a:lnSpc>
        <a:spcBef>
          <a:spcPct val="59000"/>
        </a:spcBef>
        <a:buFont typeface="Arial" panose="020B0604020202020204" pitchFamily="34" charset="0"/>
        <a:buChar char="•"/>
        <a:defRPr sz="1065" kern="1200">
          <a:solidFill>
            <a:schemeClr val="tx1"/>
          </a:solidFill>
          <a:latin typeface="+mn-lt"/>
          <a:ea typeface="+mn-ea"/>
          <a:cs typeface="+mn-cs"/>
        </a:defRPr>
      </a:lvl8pPr>
      <a:lvl9pPr marL="2294890" indent="-135255" algn="l" defTabSz="539750" rtl="0" eaLnBrk="1" latinLnBrk="0" hangingPunct="1">
        <a:lnSpc>
          <a:spcPct val="90000"/>
        </a:lnSpc>
        <a:spcBef>
          <a:spcPct val="59000"/>
        </a:spcBef>
        <a:buFont typeface="Arial" panose="020B0604020202020204" pitchFamily="34" charset="0"/>
        <a:buChar char="•"/>
        <a:defRPr sz="1065" kern="1200">
          <a:solidFill>
            <a:schemeClr val="tx1"/>
          </a:solidFill>
          <a:latin typeface="+mn-lt"/>
          <a:ea typeface="+mn-ea"/>
          <a:cs typeface="+mn-cs"/>
        </a:defRPr>
      </a:lvl9pPr>
    </p:bodyStyle>
    <p:otherStyle>
      <a:defPPr>
        <a:defRPr lang="zh-CN"/>
      </a:defPPr>
      <a:lvl1pPr marL="0" algn="l" defTabSz="539750" rtl="0" eaLnBrk="1" latinLnBrk="0" hangingPunct="1">
        <a:defRPr sz="1065" kern="1200">
          <a:solidFill>
            <a:schemeClr val="tx1"/>
          </a:solidFill>
          <a:latin typeface="+mn-lt"/>
          <a:ea typeface="+mn-ea"/>
          <a:cs typeface="+mn-cs"/>
        </a:defRPr>
      </a:lvl1pPr>
      <a:lvl2pPr marL="269875" algn="l" defTabSz="539750" rtl="0" eaLnBrk="1" latinLnBrk="0" hangingPunct="1">
        <a:defRPr sz="1065" kern="1200">
          <a:solidFill>
            <a:schemeClr val="tx1"/>
          </a:solidFill>
          <a:latin typeface="+mn-lt"/>
          <a:ea typeface="+mn-ea"/>
          <a:cs typeface="+mn-cs"/>
        </a:defRPr>
      </a:lvl2pPr>
      <a:lvl3pPr marL="539750" algn="l" defTabSz="539750" rtl="0" eaLnBrk="1" latinLnBrk="0" hangingPunct="1">
        <a:defRPr sz="1065" kern="1200">
          <a:solidFill>
            <a:schemeClr val="tx1"/>
          </a:solidFill>
          <a:latin typeface="+mn-lt"/>
          <a:ea typeface="+mn-ea"/>
          <a:cs typeface="+mn-cs"/>
        </a:defRPr>
      </a:lvl3pPr>
      <a:lvl4pPr marL="809625" algn="l" defTabSz="539750" rtl="0" eaLnBrk="1" latinLnBrk="0" hangingPunct="1">
        <a:defRPr sz="1065" kern="1200">
          <a:solidFill>
            <a:schemeClr val="tx1"/>
          </a:solidFill>
          <a:latin typeface="+mn-lt"/>
          <a:ea typeface="+mn-ea"/>
          <a:cs typeface="+mn-cs"/>
        </a:defRPr>
      </a:lvl4pPr>
      <a:lvl5pPr marL="1080135" algn="l" defTabSz="539750" rtl="0" eaLnBrk="1" latinLnBrk="0" hangingPunct="1">
        <a:defRPr sz="1065" kern="1200">
          <a:solidFill>
            <a:schemeClr val="tx1"/>
          </a:solidFill>
          <a:latin typeface="+mn-lt"/>
          <a:ea typeface="+mn-ea"/>
          <a:cs typeface="+mn-cs"/>
        </a:defRPr>
      </a:lvl5pPr>
      <a:lvl6pPr marL="1350010" algn="l" defTabSz="539750" rtl="0" eaLnBrk="1" latinLnBrk="0" hangingPunct="1">
        <a:defRPr sz="1065" kern="1200">
          <a:solidFill>
            <a:schemeClr val="tx1"/>
          </a:solidFill>
          <a:latin typeface="+mn-lt"/>
          <a:ea typeface="+mn-ea"/>
          <a:cs typeface="+mn-cs"/>
        </a:defRPr>
      </a:lvl6pPr>
      <a:lvl7pPr marL="1619885" algn="l" defTabSz="539750" rtl="0" eaLnBrk="1" latinLnBrk="0" hangingPunct="1">
        <a:defRPr sz="1065" kern="1200">
          <a:solidFill>
            <a:schemeClr val="tx1"/>
          </a:solidFill>
          <a:latin typeface="+mn-lt"/>
          <a:ea typeface="+mn-ea"/>
          <a:cs typeface="+mn-cs"/>
        </a:defRPr>
      </a:lvl7pPr>
      <a:lvl8pPr marL="1890395" algn="l" defTabSz="539750" rtl="0" eaLnBrk="1" latinLnBrk="0" hangingPunct="1">
        <a:defRPr sz="1065" kern="1200">
          <a:solidFill>
            <a:schemeClr val="tx1"/>
          </a:solidFill>
          <a:latin typeface="+mn-lt"/>
          <a:ea typeface="+mn-ea"/>
          <a:cs typeface="+mn-cs"/>
        </a:defRPr>
      </a:lvl8pPr>
      <a:lvl9pPr marL="2160270" algn="l" defTabSz="539750" rtl="0" eaLnBrk="1" latinLnBrk="0" hangingPunct="1">
        <a:defRPr sz="10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89635" y="3319780"/>
            <a:ext cx="3539490" cy="3218180"/>
          </a:xfrm>
          <a:prstGeom prst="rect">
            <a:avLst/>
          </a:prstGeom>
          <a:noFill/>
        </p:spPr>
        <p:txBody>
          <a:bodyPr wrap="square" rtlCol="0">
            <a:noAutofit/>
          </a:bodyPr>
          <a:lstStyle/>
          <a:p>
            <a:pPr indent="269875" algn="just" fontAlgn="auto">
              <a:lnSpc>
                <a:spcPct val="170000"/>
              </a:lnSpc>
              <a:spcBef>
                <a:spcPts val="0"/>
              </a:spcBef>
              <a:spcAft>
                <a:spcPts val="0"/>
              </a:spcAft>
            </a:pPr>
            <a:r>
              <a:rPr lang="zh-CN" altLang="en-US" sz="1050" dirty="0">
                <a:latin typeface="微软雅黑" panose="020B0503020204020204" charset="-122"/>
                <a:ea typeface="微软雅黑" panose="020B0503020204020204" charset="-122"/>
                <a:cs typeface="微软雅黑" panose="020B0503020204020204" charset="-122"/>
              </a:rPr>
              <a:t>匠守初心，盛启新章！中国（赣州）第</a:t>
            </a:r>
            <a:r>
              <a:rPr lang="en-US" altLang="zh-CN" sz="1050" dirty="0">
                <a:latin typeface="微软雅黑" panose="020B0503020204020204" charset="-122"/>
                <a:ea typeface="微软雅黑" panose="020B0503020204020204" charset="-122"/>
                <a:cs typeface="微软雅黑" panose="020B0503020204020204" charset="-122"/>
              </a:rPr>
              <a:t>13</a:t>
            </a:r>
            <a:r>
              <a:rPr lang="zh-CN" altLang="en-US" sz="1050" dirty="0">
                <a:latin typeface="微软雅黑" panose="020B0503020204020204" charset="-122"/>
                <a:ea typeface="微软雅黑" panose="020B0503020204020204" charset="-122"/>
                <a:cs typeface="微软雅黑" panose="020B0503020204020204" charset="-122"/>
              </a:rPr>
              <a:t>届家具产业博览会将于</a:t>
            </a:r>
            <a:r>
              <a:rPr lang="en-US" altLang="zh-CN" sz="1050" b="1" dirty="0">
                <a:latin typeface="微软雅黑" panose="020B0503020204020204" charset="-122"/>
                <a:ea typeface="微软雅黑" panose="020B0503020204020204" charset="-122"/>
                <a:cs typeface="微软雅黑" panose="020B0503020204020204" charset="-122"/>
              </a:rPr>
              <a:t>5</a:t>
            </a:r>
            <a:r>
              <a:rPr lang="zh-CN" altLang="en-US" sz="1050" b="1" dirty="0">
                <a:latin typeface="微软雅黑" panose="020B0503020204020204" charset="-122"/>
                <a:ea typeface="微软雅黑" panose="020B0503020204020204" charset="-122"/>
                <a:cs typeface="微软雅黑" panose="020B0503020204020204" charset="-122"/>
              </a:rPr>
              <a:t>月</a:t>
            </a:r>
            <a:r>
              <a:rPr lang="en-US" altLang="zh-CN" sz="1050" b="1" dirty="0">
                <a:latin typeface="微软雅黑" panose="020B0503020204020204" charset="-122"/>
                <a:ea typeface="微软雅黑" panose="020B0503020204020204" charset="-122"/>
                <a:cs typeface="微软雅黑" panose="020B0503020204020204" charset="-122"/>
              </a:rPr>
              <a:t>28</a:t>
            </a:r>
            <a:r>
              <a:rPr lang="zh-CN" altLang="en-US" sz="1050" b="1" dirty="0">
                <a:latin typeface="微软雅黑" panose="020B0503020204020204" charset="-122"/>
                <a:ea typeface="微软雅黑" panose="020B0503020204020204" charset="-122"/>
                <a:cs typeface="微软雅黑" panose="020B0503020204020204" charset="-122"/>
              </a:rPr>
              <a:t>日</a:t>
            </a:r>
            <a:r>
              <a:rPr lang="en-US" altLang="zh-CN" sz="1050" b="1" dirty="0">
                <a:latin typeface="微软雅黑" panose="020B0503020204020204" charset="-122"/>
                <a:ea typeface="微软雅黑" panose="020B0503020204020204" charset="-122"/>
                <a:cs typeface="微软雅黑" panose="020B0503020204020204" charset="-122"/>
              </a:rPr>
              <a:t>—6</a:t>
            </a:r>
            <a:r>
              <a:rPr lang="zh-CN" altLang="en-US" sz="1050" b="1" dirty="0">
                <a:latin typeface="微软雅黑" panose="020B0503020204020204" charset="-122"/>
                <a:ea typeface="微软雅黑" panose="020B0503020204020204" charset="-122"/>
                <a:cs typeface="微软雅黑" panose="020B0503020204020204" charset="-122"/>
              </a:rPr>
              <a:t>月</a:t>
            </a:r>
            <a:r>
              <a:rPr lang="en-US" altLang="zh-CN" sz="1050" b="1" dirty="0">
                <a:latin typeface="微软雅黑" panose="020B0503020204020204" charset="-122"/>
                <a:ea typeface="微软雅黑" panose="020B0503020204020204" charset="-122"/>
                <a:cs typeface="微软雅黑" panose="020B0503020204020204" charset="-122"/>
              </a:rPr>
              <a:t>3</a:t>
            </a:r>
            <a:r>
              <a:rPr lang="zh-CN" altLang="en-US" sz="1050" b="1" dirty="0">
                <a:latin typeface="微软雅黑" panose="020B0503020204020204" charset="-122"/>
                <a:ea typeface="微软雅黑" panose="020B0503020204020204" charset="-122"/>
                <a:cs typeface="微软雅黑" panose="020B0503020204020204" charset="-122"/>
              </a:rPr>
              <a:t>日</a:t>
            </a:r>
            <a:r>
              <a:rPr lang="zh-CN" altLang="en-US" sz="1050" dirty="0">
                <a:latin typeface="微软雅黑" panose="020B0503020204020204" charset="-122"/>
                <a:ea typeface="微软雅黑" panose="020B0503020204020204" charset="-122"/>
                <a:cs typeface="微软雅黑" panose="020B0503020204020204" charset="-122"/>
              </a:rPr>
              <a:t>在南康举行。本届家博会以“打造世界级家具产业集群”为办展思路，主会场设在米兰国际家居城，并同步设立</a:t>
            </a:r>
            <a:r>
              <a:rPr lang="en-US" altLang="zh-CN" sz="1050" dirty="0">
                <a:latin typeface="微软雅黑" panose="020B0503020204020204" charset="-122"/>
                <a:ea typeface="微软雅黑" panose="020B0503020204020204" charset="-122"/>
                <a:cs typeface="微软雅黑" panose="020B0503020204020204" charset="-122"/>
              </a:rPr>
              <a:t>10</a:t>
            </a:r>
            <a:r>
              <a:rPr lang="zh-CN" altLang="en-US" sz="1050" dirty="0">
                <a:latin typeface="微软雅黑" panose="020B0503020204020204" charset="-122"/>
                <a:ea typeface="微软雅黑" panose="020B0503020204020204" charset="-122"/>
                <a:cs typeface="微软雅黑" panose="020B0503020204020204" charset="-122"/>
              </a:rPr>
              <a:t>个家具市场分会场。展会期间，将同步举办世界家具联合会产业发展大会、住建部全屋智能重点实验室江西研究中心和适老化产品体验中心揭牌仪式、中国家具协会销售商委员会全国经销商大会暨南康家具新品发布会等系列活动。</a:t>
            </a:r>
            <a:endParaRPr lang="en-US" altLang="zh-CN" sz="1050" dirty="0">
              <a:latin typeface="微软雅黑" panose="020B0503020204020204" charset="-122"/>
              <a:ea typeface="微软雅黑" panose="020B0503020204020204" charset="-122"/>
              <a:cs typeface="微软雅黑" panose="020B0503020204020204" charset="-122"/>
            </a:endParaRPr>
          </a:p>
          <a:p>
            <a:pPr indent="269875" algn="just" fontAlgn="auto">
              <a:lnSpc>
                <a:spcPct val="170000"/>
              </a:lnSpc>
              <a:spcBef>
                <a:spcPts val="0"/>
              </a:spcBef>
              <a:spcAft>
                <a:spcPts val="0"/>
              </a:spcAft>
            </a:pPr>
            <a:r>
              <a:rPr lang="zh-CN" altLang="en-US" sz="1050" dirty="0">
                <a:latin typeface="微软雅黑" panose="020B0503020204020204" charset="-122"/>
                <a:ea typeface="微软雅黑" panose="020B0503020204020204" charset="-122"/>
                <a:cs typeface="微软雅黑" panose="020B0503020204020204" charset="-122"/>
              </a:rPr>
              <a:t>恭请拨冗莅临！</a:t>
            </a:r>
            <a:endParaRPr lang="zh-CN" altLang="en-US" sz="1050" dirty="0">
              <a:latin typeface="微软雅黑" panose="020B0503020204020204" charset="-122"/>
              <a:ea typeface="微软雅黑" panose="020B0503020204020204" charset="-122"/>
              <a:cs typeface="微软雅黑" panose="020B0503020204020204" charset="-122"/>
            </a:endParaRPr>
          </a:p>
          <a:p>
            <a:pPr indent="269875" algn="r" fontAlgn="auto">
              <a:lnSpc>
                <a:spcPct val="170000"/>
              </a:lnSpc>
              <a:spcBef>
                <a:spcPts val="0"/>
              </a:spcBef>
              <a:spcAft>
                <a:spcPts val="0"/>
              </a:spcAft>
            </a:pPr>
            <a:r>
              <a:rPr lang="zh-CN" altLang="en-US" sz="1050" dirty="0">
                <a:latin typeface="微软雅黑" panose="020B0503020204020204" charset="-122"/>
                <a:ea typeface="微软雅黑" panose="020B0503020204020204" charset="-122"/>
                <a:cs typeface="微软雅黑" panose="020B0503020204020204" charset="-122"/>
                <a:sym typeface="+mn-ea"/>
              </a:rPr>
              <a:t>赣州市南康区家具协会</a:t>
            </a:r>
            <a:endParaRPr lang="zh-CN" altLang="en-US" sz="1050" dirty="0">
              <a:latin typeface="微软雅黑" panose="020B0503020204020204" charset="-122"/>
              <a:ea typeface="微软雅黑" panose="020B0503020204020204" charset="-122"/>
              <a:cs typeface="微软雅黑" panose="020B0503020204020204" charset="-122"/>
            </a:endParaRPr>
          </a:p>
          <a:p>
            <a:pPr indent="269875" algn="r" fontAlgn="auto">
              <a:lnSpc>
                <a:spcPct val="170000"/>
              </a:lnSpc>
              <a:spcBef>
                <a:spcPts val="0"/>
              </a:spcBef>
              <a:spcAft>
                <a:spcPts val="0"/>
              </a:spcAft>
            </a:pPr>
            <a:r>
              <a:rPr lang="en-US" altLang="zh-CN" sz="1050" dirty="0">
                <a:latin typeface="微软雅黑" panose="020B0503020204020204" charset="-122"/>
                <a:ea typeface="微软雅黑" panose="020B0503020204020204" charset="-122"/>
                <a:cs typeface="微软雅黑" panose="020B0503020204020204" charset="-122"/>
                <a:sym typeface="+mn-ea"/>
              </a:rPr>
              <a:t>2026</a:t>
            </a:r>
            <a:r>
              <a:rPr lang="zh-CN" altLang="en-US" sz="1050" dirty="0">
                <a:latin typeface="微软雅黑" panose="020B0503020204020204" charset="-122"/>
                <a:ea typeface="微软雅黑" panose="020B0503020204020204" charset="-122"/>
                <a:cs typeface="微软雅黑" panose="020B0503020204020204" charset="-122"/>
                <a:sym typeface="+mn-ea"/>
              </a:rPr>
              <a:t>年</a:t>
            </a:r>
            <a:r>
              <a:rPr lang="en-US" altLang="zh-CN" sz="1050" dirty="0">
                <a:latin typeface="微软雅黑" panose="020B0503020204020204" charset="-122"/>
                <a:ea typeface="微软雅黑" panose="020B0503020204020204" charset="-122"/>
                <a:cs typeface="微软雅黑" panose="020B0503020204020204" charset="-122"/>
                <a:sym typeface="+mn-ea"/>
              </a:rPr>
              <a:t>5</a:t>
            </a:r>
            <a:r>
              <a:rPr lang="zh-CN" altLang="en-US" sz="1050" dirty="0">
                <a:latin typeface="微软雅黑" panose="020B0503020204020204" charset="-122"/>
                <a:ea typeface="微软雅黑" panose="020B0503020204020204" charset="-122"/>
                <a:cs typeface="微软雅黑" panose="020B0503020204020204" charset="-122"/>
                <a:sym typeface="+mn-ea"/>
              </a:rPr>
              <a:t>月</a:t>
            </a:r>
            <a:endParaRPr lang="zh-CN" altLang="en-US" sz="1050" dirty="0">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898024" y="2748347"/>
            <a:ext cx="3861015" cy="489585"/>
          </a:xfrm>
          <a:prstGeom prst="rect">
            <a:avLst/>
          </a:prstGeom>
          <a:noFill/>
        </p:spPr>
        <p:txBody>
          <a:bodyPr wrap="square" rtlCol="0" anchor="t">
            <a:spAutoFit/>
          </a:bodyPr>
          <a:lstStyle/>
          <a:p>
            <a:pPr algn="just">
              <a:lnSpc>
                <a:spcPct val="185000"/>
              </a:lnSpc>
              <a:spcBef>
                <a:spcPts val="0"/>
              </a:spcBef>
              <a:spcAft>
                <a:spcPts val="0"/>
              </a:spcAft>
            </a:pPr>
            <a:r>
              <a:rPr lang="zh-CN" altLang="en-US" sz="1400">
                <a:latin typeface="+mn-ea"/>
                <a:cs typeface="+mn-ea"/>
                <a:sym typeface="+mn-ea"/>
              </a:rPr>
              <a:t>尊敬的</a:t>
            </a:r>
            <a:r>
              <a:rPr lang="en-US" altLang="zh-CN" sz="1400">
                <a:latin typeface="+mn-ea"/>
                <a:cs typeface="+mn-ea"/>
                <a:sym typeface="+mn-ea"/>
              </a:rPr>
              <a:t>   </a:t>
            </a:r>
            <a:r>
              <a:rPr lang="en-US" altLang="zh-CN" sz="1400" b="1">
                <a:latin typeface="+mn-ea"/>
                <a:cs typeface="+mn-ea"/>
                <a:sym typeface="+mn-ea"/>
              </a:rPr>
              <a:t>{{</a:t>
            </a:r>
            <a:r>
              <a:rPr lang="zh-CN" altLang="en-US" sz="1400" b="1">
                <a:latin typeface="+mn-ea"/>
                <a:cs typeface="+mn-ea"/>
                <a:sym typeface="+mn-ea"/>
              </a:rPr>
              <a:t>姓名</a:t>
            </a:r>
            <a:r>
              <a:rPr lang="en-US" altLang="zh-CN" sz="1400" b="1">
                <a:latin typeface="+mn-ea"/>
                <a:cs typeface="+mn-ea"/>
                <a:sym typeface="+mn-ea"/>
              </a:rPr>
              <a:t>}}</a:t>
            </a:r>
            <a:r>
              <a:rPr lang="en-US" altLang="zh-CN" sz="1400">
                <a:latin typeface="+mn-ea"/>
                <a:cs typeface="+mn-ea"/>
                <a:sym typeface="+mn-ea"/>
              </a:rPr>
              <a:t> </a:t>
            </a:r>
            <a:r>
              <a:rPr lang="en-US" altLang="zh-CN" sz="1400">
                <a:latin typeface="+mn-ea"/>
                <a:cs typeface="+mn-ea"/>
                <a:sym typeface="+mn-ea"/>
              </a:rPr>
              <a:t>  </a:t>
            </a:r>
            <a:r>
              <a:rPr lang="en-US" sz="1400">
                <a:latin typeface="+mn-ea"/>
                <a:cs typeface="+mn-ea"/>
                <a:sym typeface="+mn-ea"/>
              </a:rPr>
              <a:t>{{</a:t>
            </a:r>
            <a:r>
              <a:rPr lang="zh-CN" altLang="en-US" sz="1400">
                <a:latin typeface="+mn-ea"/>
                <a:cs typeface="+mn-ea"/>
                <a:sym typeface="+mn-ea"/>
              </a:rPr>
              <a:t>职务</a:t>
            </a:r>
            <a:r>
              <a:rPr lang="en-US" sz="1400">
                <a:latin typeface="+mn-ea"/>
                <a:cs typeface="+mn-ea"/>
                <a:sym typeface="+mn-ea"/>
              </a:rPr>
              <a:t>}}</a:t>
            </a:r>
            <a:r>
              <a:rPr lang="zh-CN" altLang="en-US" sz="1300">
                <a:sym typeface="+mn-ea"/>
              </a:rPr>
              <a:t>：</a:t>
            </a:r>
            <a:endParaRPr lang="zh-CN" altLang="en-US" sz="1300">
              <a:sym typeface="+mn-ea"/>
            </a:endParaRPr>
          </a:p>
        </p:txBody>
      </p:sp>
      <p:cxnSp>
        <p:nvCxnSpPr>
          <p:cNvPr id="7" name="直接连接符 6"/>
          <p:cNvCxnSpPr/>
          <p:nvPr/>
        </p:nvCxnSpPr>
        <p:spPr>
          <a:xfrm>
            <a:off x="1644299" y="3224724"/>
            <a:ext cx="688340" cy="0"/>
          </a:xfrm>
          <a:prstGeom prst="line">
            <a:avLst/>
          </a:prstGeom>
          <a:ln>
            <a:solidFill>
              <a:schemeClr val="tx1">
                <a:lumMod val="75000"/>
                <a:lumOff val="25000"/>
              </a:schemeClr>
            </a:solidFill>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AICARD_INVALID" val="Invalid"/>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Words>
  <Application>WPS 演示</Application>
  <PresentationFormat>自定义</PresentationFormat>
  <Paragraphs>7</Paragraphs>
  <Slides>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宋体</vt:lpstr>
      <vt:lpstr>Wingdings</vt:lpstr>
      <vt:lpstr>Wingdings</vt:lpstr>
      <vt:lpstr>微软雅黑</vt:lpstr>
      <vt:lpstr>Arial Unicode MS</vt:lpstr>
      <vt:lpstr>Calibri</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gzzho</cp:lastModifiedBy>
  <cp:revision>213</cp:revision>
  <dcterms:created xsi:type="dcterms:W3CDTF">2026-05-12T21:56:00Z</dcterms:created>
  <dcterms:modified xsi:type="dcterms:W3CDTF">2026-05-13T23:55:26Z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2052-12.8.2.18205</vt:lpwstr>
  </property>
  <property fmtid="{D5CDD505-2E9C-101B-9397-08002B2CF9AE}" pid="3" name="ICV">
    <vt:lpwstr>C1D0118B3AF6DE659E35036A823AC986_43</vt:lpwstr>
  </property>
</Properties>
</file>